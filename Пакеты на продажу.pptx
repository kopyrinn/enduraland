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22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D012E-7D06-4798-A823-2F33C2DDC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6589D9-DB55-4C7A-840B-0008D1D26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E3DC0C-0641-410B-9883-0DA86C64A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340933-EA74-47F7-815D-D5C94DD4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C50DE5-FEDD-42EA-B40A-9D0D9030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032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F26CB-8635-40BE-A4EF-073427FD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914BAC-564B-4724-A2F1-98A03035B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3557B7-5A40-4431-8589-7D9181563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CF9F05-0FE2-4E4C-88FD-B1E165940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833FF1-C0AE-4381-89C1-584FF2A8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24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37D60-F58F-4EA8-9F83-0478187F9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2F1306-00D7-49E1-969E-19EB1CA4A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198343-0C61-4B8D-AB47-7099298F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32C672-5B20-424B-B67D-FBBA4C1B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EA204A-D94C-4714-A664-4E2A52C0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5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892AD-429D-432B-9CD3-D4534092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AE89E-9460-4FCB-BFB6-463DCDF51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6FB48B-A385-49F8-9736-7EF475B50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5AF0DF-DAF5-48A2-842B-B1372816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B7764A-637E-46AA-8403-8180E2B9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B13336-4834-4B15-968A-7E8896F1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22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E2A942-1755-4379-B75F-FE2FE5AC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8576E-F7D3-4569-B631-45ECFA0FF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691B9B-1C40-4831-B329-E7B956D3D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5CC545-0979-40A6-9E9B-AAE5FADE0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545C331-84CA-43FA-838C-60E52D772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95725A-C4E3-433B-9A01-3141A952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A7B740B-03E9-4F51-89A2-834DFD4F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11D91F6-7F7E-4053-B3DF-01CD1645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95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274B6-A5DE-4FCA-AB33-A53CC634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D18EA6-A04D-48D8-8E0A-95F50E79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BD33F1-C081-4D4D-934D-9D752CD2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38A883-8818-44A5-8517-66093826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638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E3F927-796A-45FE-A3E7-1E0F1F15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0073074-FB53-4C4C-9D97-C0DF3091B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7A495E-4207-43C0-998A-424747AA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15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68847-317D-4B51-B95F-FD84ECF5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52644-F123-4EED-A4D2-FDC660F07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E399C1-CDF3-4736-8A19-AE1205717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57179C-46FD-4308-A51C-C133DA28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24A5EC-3F4C-49F1-982D-345DACED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0C87D5-1C0B-461C-B299-44BCB15D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95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6E103-D585-4AD4-A35C-B7CFC02D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9F153C-6591-468B-B0C3-195B618EC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DAC1F0-7D00-4835-A2D0-930BDA5C8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69D030-D281-4F0A-941F-A3A06844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A37B35-669C-4417-B889-F633D628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4C80B9-EF55-4375-AE4F-0D2E2B85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11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B39E7-387E-4574-85AD-7C9441058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487D36-6B0B-4AA1-9A6A-2A69A9814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7DCB40-B6DC-4697-A26D-2C7338E5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DB515A-CA30-41CC-81DF-90F36223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0D7A20-CA14-4D1D-8C32-D67F2976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78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E062B32-C3AF-454D-88B4-1C01713C7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14E53D-B00E-49F1-BC4D-1DBB36A96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958690-D48E-46BB-A193-F7DA3099B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D16BCD-9F4A-47C9-889F-CBA422FC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5C9343-5CBE-4B51-BB87-223EFD10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26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8E83D-4C9B-4277-A8E1-14533B53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2D81F7-BA46-4E61-96AF-EECBECD69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274AD4-A871-47AC-AE99-AC03F7871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0BEFB-6D2B-4D06-8E2C-69C17C3CB8E1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68C64A-7FC6-45BA-BBEE-C36BEFA6A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99943-CFA9-4323-8FED-BFD388DE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9AF35-9A07-4D06-87AC-13CFA5B15A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81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27663E-E9F7-47C4-8727-D29E6EDB87BD}"/>
              </a:ext>
            </a:extLst>
          </p:cNvPr>
          <p:cNvSpPr txBox="1"/>
          <p:nvPr/>
        </p:nvSpPr>
        <p:spPr>
          <a:xfrm>
            <a:off x="373224" y="261257"/>
            <a:ext cx="2702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ЛЭНДИНГ ПОД ПРОДАЖИ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832B8-2AB4-4732-A542-38ADB0B1864E}"/>
              </a:ext>
            </a:extLst>
          </p:cNvPr>
          <p:cNvSpPr txBox="1"/>
          <p:nvPr/>
        </p:nvSpPr>
        <p:spPr>
          <a:xfrm>
            <a:off x="373224" y="87185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HERO (</a:t>
            </a:r>
            <a:r>
              <a:rPr lang="ru-RU" b="1" dirty="0"/>
              <a:t>первый экран)</a:t>
            </a:r>
          </a:p>
          <a:p>
            <a:r>
              <a:rPr lang="ru-RU" b="1" dirty="0"/>
              <a:t>Заголовок:</a:t>
            </a:r>
          </a:p>
          <a:p>
            <a:r>
              <a:rPr lang="en-US" b="1" dirty="0"/>
              <a:t>Build Your Investment Strategy Like a Professional Investor</a:t>
            </a:r>
            <a:endParaRPr lang="en-US" dirty="0"/>
          </a:p>
          <a:p>
            <a:r>
              <a:rPr lang="ru-RU" b="1" dirty="0"/>
              <a:t>Подзаголовок:</a:t>
            </a:r>
          </a:p>
          <a:p>
            <a:r>
              <a:rPr lang="ru-RU" dirty="0"/>
              <a:t>Персональная работа с инвестором, основанная на принципах </a:t>
            </a:r>
            <a:r>
              <a:rPr lang="en-US" dirty="0"/>
              <a:t>Warren Buffett:</a:t>
            </a:r>
            <a:br>
              <a:rPr lang="en-US" dirty="0"/>
            </a:br>
            <a:r>
              <a:rPr lang="ru-RU" dirty="0"/>
              <a:t>без спекуляций, без хайпа — только системный рост капитала</a:t>
            </a:r>
          </a:p>
          <a:p>
            <a:r>
              <a:rPr lang="en-US" b="1" dirty="0"/>
              <a:t>CTA:</a:t>
            </a:r>
          </a:p>
          <a:p>
            <a:r>
              <a:rPr lang="ru-RU" dirty="0"/>
              <a:t>👉 </a:t>
            </a:r>
            <a:r>
              <a:rPr lang="en-US" dirty="0"/>
              <a:t>Book a </a:t>
            </a:r>
            <a:r>
              <a:rPr lang="ru-RU" dirty="0"/>
              <a:t>консультацию</a:t>
            </a:r>
            <a:br>
              <a:rPr lang="ru-RU" dirty="0"/>
            </a:br>
            <a:r>
              <a:rPr lang="ru-RU" dirty="0"/>
              <a:t>👉 </a:t>
            </a:r>
            <a:r>
              <a:rPr lang="en-US" dirty="0"/>
              <a:t>Get your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575EA-30D5-45AC-972E-FC185EF4B106}"/>
              </a:ext>
            </a:extLst>
          </p:cNvPr>
          <p:cNvSpPr txBox="1"/>
          <p:nvPr/>
        </p:nvSpPr>
        <p:spPr>
          <a:xfrm>
            <a:off x="6282612" y="21248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2. БЛОК: В ЧЕМ ПРОБЛЕМА</a:t>
            </a:r>
          </a:p>
          <a:p>
            <a:r>
              <a:rPr lang="ru-RU" b="1" dirty="0"/>
              <a:t>Заголовок:</a:t>
            </a:r>
          </a:p>
          <a:p>
            <a:r>
              <a:rPr lang="ru-RU" b="1" dirty="0"/>
              <a:t>Почему большинство инвесторов теряют деньги</a:t>
            </a:r>
            <a:endParaRPr lang="ru-RU" dirty="0"/>
          </a:p>
          <a:p>
            <a:r>
              <a:rPr lang="ru-RU" dirty="0"/>
              <a:t>Текст: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покупают “на хайпе”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понимают бизнесы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имеют стратегии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реагируют на рынок, а не думают </a:t>
            </a:r>
          </a:p>
          <a:p>
            <a:r>
              <a:rPr lang="ru-RU" dirty="0"/>
              <a:t>👉 В итоге: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хаотичный портфель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стресс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слабая доходность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628F4-9223-4C0E-A6BB-0323FC184914}"/>
              </a:ext>
            </a:extLst>
          </p:cNvPr>
          <p:cNvSpPr txBox="1"/>
          <p:nvPr/>
        </p:nvSpPr>
        <p:spPr>
          <a:xfrm>
            <a:off x="373224" y="4252432"/>
            <a:ext cx="53495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3. БЛОК: ТВОЕ РЕШЕНИЕ</a:t>
            </a:r>
          </a:p>
          <a:p>
            <a:r>
              <a:rPr lang="ru-RU" b="1" dirty="0"/>
              <a:t>Заголовок:</a:t>
            </a:r>
          </a:p>
          <a:p>
            <a:r>
              <a:rPr lang="ru-RU" b="1" dirty="0"/>
              <a:t>Что ты получишь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Четкую инвестиционную стратегию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Понимание, во что инвестировать и почему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Структурированный портфель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Подход, который можно масштабировать до $1M+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3EE64-144F-4DE8-A028-F61170DAAAFF}"/>
              </a:ext>
            </a:extLst>
          </p:cNvPr>
          <p:cNvSpPr txBox="1"/>
          <p:nvPr/>
        </p:nvSpPr>
        <p:spPr>
          <a:xfrm>
            <a:off x="6282612" y="3773059"/>
            <a:ext cx="62826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4. БЛОК: О ТЕБЕ (коротко, </a:t>
            </a:r>
            <a:r>
              <a:rPr lang="ru-RU" b="1" dirty="0" err="1"/>
              <a:t>продающе</a:t>
            </a:r>
            <a:r>
              <a:rPr lang="ru-RU" b="1" dirty="0"/>
              <a:t>)</a:t>
            </a:r>
          </a:p>
          <a:p>
            <a:r>
              <a:rPr lang="ru-RU" b="1" dirty="0"/>
              <a:t>Dauren Aitkenov</a:t>
            </a:r>
            <a:br>
              <a:rPr lang="ru-RU" dirty="0"/>
            </a:br>
            <a:r>
              <a:rPr lang="ru-RU" dirty="0" err="1"/>
              <a:t>Investor</a:t>
            </a:r>
            <a:r>
              <a:rPr lang="ru-RU" dirty="0"/>
              <a:t> | </a:t>
            </a:r>
            <a:r>
              <a:rPr lang="ru-RU" dirty="0" err="1"/>
              <a:t>Analyst</a:t>
            </a:r>
            <a:r>
              <a:rPr lang="ru-RU" dirty="0"/>
              <a:t> | </a:t>
            </a:r>
            <a:r>
              <a:rPr lang="ru-RU" dirty="0" err="1"/>
              <a:t>Founder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Endura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10+ лет в аналитике и стратегии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опыт оценки бизнесов и рынков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работа с инвестициями и капиталом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подход в стиле </a:t>
            </a:r>
            <a:r>
              <a:rPr lang="ru-RU" dirty="0" err="1"/>
              <a:t>Charlie</a:t>
            </a:r>
            <a:r>
              <a:rPr lang="ru-RU" dirty="0"/>
              <a:t> </a:t>
            </a:r>
            <a:r>
              <a:rPr lang="ru-RU" dirty="0" err="1"/>
              <a:t>Munger</a:t>
            </a:r>
            <a:r>
              <a:rPr lang="ru-RU" dirty="0"/>
              <a:t>: рациональность + дисциплина </a:t>
            </a:r>
          </a:p>
          <a:p>
            <a:r>
              <a:rPr lang="ru-RU" dirty="0"/>
              <a:t>👉 Я не трейдер</a:t>
            </a:r>
            <a:br>
              <a:rPr lang="ru-RU" dirty="0"/>
            </a:br>
            <a:r>
              <a:rPr lang="ru-RU" dirty="0"/>
              <a:t>👉 Я строю долгосрочные стратегии капитала</a:t>
            </a:r>
          </a:p>
        </p:txBody>
      </p:sp>
    </p:spTree>
    <p:extLst>
      <p:ext uri="{BB962C8B-B14F-4D97-AF65-F5344CB8AC3E}">
        <p14:creationId xmlns:p14="http://schemas.microsoft.com/office/powerpoint/2010/main" val="143476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8B688B-8E5C-496D-9BA1-F53B831B75C4}"/>
              </a:ext>
            </a:extLst>
          </p:cNvPr>
          <p:cNvSpPr txBox="1"/>
          <p:nvPr/>
        </p:nvSpPr>
        <p:spPr>
          <a:xfrm>
            <a:off x="534955" y="625571"/>
            <a:ext cx="271209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ПАКЕТ 1 — </a:t>
            </a:r>
            <a:r>
              <a:rPr lang="en-US" sz="1600" b="1" dirty="0"/>
              <a:t>START</a:t>
            </a:r>
          </a:p>
          <a:p>
            <a:r>
              <a:rPr lang="en-US" sz="1600" b="1" dirty="0"/>
              <a:t>1:1 Investment Consultation</a:t>
            </a:r>
          </a:p>
          <a:p>
            <a:r>
              <a:rPr lang="ru-RU" sz="1600" dirty="0"/>
              <a:t>Для кого: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начинаешь инвестировать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нет системы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хочешь понять базу </a:t>
            </a:r>
          </a:p>
          <a:p>
            <a:r>
              <a:rPr lang="ru-RU" sz="1600" b="1" dirty="0"/>
              <a:t>Что внутри: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разбор твоей текущей ситуации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рекомендации по старту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базовая стратегия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Q&amp;A </a:t>
            </a:r>
          </a:p>
          <a:p>
            <a:r>
              <a:rPr lang="ru-RU" sz="1600" b="1" dirty="0"/>
              <a:t>Формат:</a:t>
            </a:r>
          </a:p>
          <a:p>
            <a:r>
              <a:rPr lang="ru-RU" sz="1600" dirty="0"/>
              <a:t>60–90 минут </a:t>
            </a:r>
            <a:r>
              <a:rPr lang="en-US" sz="1600" dirty="0"/>
              <a:t>Zoom </a:t>
            </a:r>
          </a:p>
          <a:p>
            <a:r>
              <a:rPr lang="ru-RU" sz="1600" b="1" dirty="0"/>
              <a:t>Цена:</a:t>
            </a:r>
          </a:p>
          <a:p>
            <a:r>
              <a:rPr lang="ru-RU" sz="1600" dirty="0"/>
              <a:t>$100</a:t>
            </a:r>
          </a:p>
          <a:p>
            <a:r>
              <a:rPr lang="en-US" sz="1600" b="1" dirty="0"/>
              <a:t>CTA:</a:t>
            </a:r>
          </a:p>
          <a:p>
            <a:r>
              <a:rPr lang="en-US" sz="1600" dirty="0"/>
              <a:t>Book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B30B2-D408-41D5-A3B9-B742B8B0B99E}"/>
              </a:ext>
            </a:extLst>
          </p:cNvPr>
          <p:cNvSpPr txBox="1"/>
          <p:nvPr/>
        </p:nvSpPr>
        <p:spPr>
          <a:xfrm>
            <a:off x="3352800" y="625571"/>
            <a:ext cx="250682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ПАКЕТ 2 — </a:t>
            </a:r>
            <a:r>
              <a:rPr lang="en-US" sz="1600" b="1" dirty="0"/>
              <a:t>PRO</a:t>
            </a:r>
          </a:p>
          <a:p>
            <a:r>
              <a:rPr lang="en-US" sz="1600" b="1" dirty="0"/>
              <a:t>Portfolio &amp; Strategy Build</a:t>
            </a:r>
          </a:p>
          <a:p>
            <a:r>
              <a:rPr lang="ru-RU" sz="1600" dirty="0"/>
              <a:t>Для кого: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уже инвестируешь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есть капитал $10</a:t>
            </a:r>
            <a:r>
              <a:rPr lang="en-US" sz="1600" dirty="0"/>
              <a:t>k–$200k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хочешь системный подход </a:t>
            </a:r>
          </a:p>
          <a:p>
            <a:r>
              <a:rPr lang="ru-RU" sz="1600" b="1" dirty="0"/>
              <a:t>Что внутри: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полный аудит портфеля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построение стратегии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список идей </a:t>
            </a:r>
          </a:p>
          <a:p>
            <a:r>
              <a:rPr lang="ru-RU" sz="1600" b="1" dirty="0"/>
              <a:t>Формат: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3 сессии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документ стратегии </a:t>
            </a:r>
          </a:p>
          <a:p>
            <a:r>
              <a:rPr lang="ru-RU" sz="1600" b="1" dirty="0"/>
              <a:t>Цена:</a:t>
            </a:r>
          </a:p>
          <a:p>
            <a:r>
              <a:rPr lang="ru-RU" sz="1600" dirty="0"/>
              <a:t>$500</a:t>
            </a:r>
          </a:p>
          <a:p>
            <a:r>
              <a:rPr lang="en-US" sz="1600" b="1" dirty="0"/>
              <a:t>CTA:</a:t>
            </a:r>
          </a:p>
          <a:p>
            <a:r>
              <a:rPr lang="en-US" sz="1600" dirty="0"/>
              <a:t>Build my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94E81-A5C7-4A4B-84F0-912A83E11D8C}"/>
              </a:ext>
            </a:extLst>
          </p:cNvPr>
          <p:cNvSpPr txBox="1"/>
          <p:nvPr/>
        </p:nvSpPr>
        <p:spPr>
          <a:xfrm>
            <a:off x="6096000" y="625571"/>
            <a:ext cx="279296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ПАКЕТ 3 — </a:t>
            </a:r>
            <a:r>
              <a:rPr lang="en-US" sz="1600" b="1" dirty="0"/>
              <a:t>ELITE</a:t>
            </a:r>
          </a:p>
          <a:p>
            <a:r>
              <a:rPr lang="en-US" sz="1600" b="1" dirty="0"/>
              <a:t>Private Investor Mentorship</a:t>
            </a:r>
          </a:p>
          <a:p>
            <a:r>
              <a:rPr lang="ru-RU" sz="1600" dirty="0"/>
              <a:t>Для кого: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капитал $50</a:t>
            </a:r>
            <a:r>
              <a:rPr lang="en-US" sz="1600" dirty="0"/>
              <a:t>k+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хочешь выйти на уровень </a:t>
            </a:r>
            <a:r>
              <a:rPr lang="en-US" sz="1600" dirty="0"/>
              <a:t>serious investor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готов мыслить как фонд </a:t>
            </a:r>
          </a:p>
          <a:p>
            <a:r>
              <a:rPr lang="ru-RU" sz="1600" b="1" dirty="0"/>
              <a:t>Что внутри: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персональная стратегия и идеи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регулярные </a:t>
            </a:r>
            <a:r>
              <a:rPr lang="ru-RU" sz="1600" dirty="0" err="1"/>
              <a:t>созвоны</a:t>
            </a:r>
            <a:r>
              <a:rPr lang="ru-RU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Сопровождение 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помощь в принятии решений </a:t>
            </a:r>
          </a:p>
          <a:p>
            <a:r>
              <a:rPr lang="ru-RU" sz="1600" b="1" dirty="0"/>
              <a:t>Формат: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12 месяцев сопровождения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Ежемясячные</a:t>
            </a:r>
            <a:r>
              <a:rPr lang="ru-RU" sz="1600" dirty="0"/>
              <a:t> звонки</a:t>
            </a:r>
            <a:r>
              <a:rPr lang="en-US" sz="1600" dirty="0"/>
              <a:t> </a:t>
            </a:r>
          </a:p>
          <a:p>
            <a:r>
              <a:rPr lang="ru-RU" sz="1600" b="1" dirty="0"/>
              <a:t>Цена:</a:t>
            </a:r>
          </a:p>
          <a:p>
            <a:r>
              <a:rPr lang="ru-RU" sz="1600" dirty="0"/>
              <a:t>$3 000</a:t>
            </a:r>
          </a:p>
          <a:p>
            <a:r>
              <a:rPr lang="en-US" sz="1600" b="1" dirty="0"/>
              <a:t>CTA:</a:t>
            </a:r>
          </a:p>
          <a:p>
            <a:r>
              <a:rPr lang="en-US" sz="1600" dirty="0"/>
              <a:t>Apply now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382B8-51FB-40C1-A1FF-757938DD16EF}"/>
              </a:ext>
            </a:extLst>
          </p:cNvPr>
          <p:cNvSpPr txBox="1"/>
          <p:nvPr/>
        </p:nvSpPr>
        <p:spPr>
          <a:xfrm>
            <a:off x="9125340" y="86916"/>
            <a:ext cx="265391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/>
              <a:t>ПАКЕТ 4 — </a:t>
            </a:r>
            <a:r>
              <a:rPr lang="en-US" sz="1400" b="1" dirty="0"/>
              <a:t>PARTNERSHIP</a:t>
            </a:r>
            <a:endParaRPr lang="ru-RU" sz="1400" b="1" dirty="0"/>
          </a:p>
          <a:p>
            <a:r>
              <a:rPr lang="en-US" sz="1400" b="1" dirty="0"/>
              <a:t>Private Capital Partnership</a:t>
            </a:r>
            <a:endParaRPr lang="ru-RU" sz="1400" b="1" dirty="0"/>
          </a:p>
          <a:p>
            <a:r>
              <a:rPr lang="ru-RU" sz="1400" b="1" dirty="0"/>
              <a:t>Для кого: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капитал от </a:t>
            </a:r>
            <a:r>
              <a:rPr lang="ru-RU" sz="1400" b="1" dirty="0"/>
              <a:t>$50,000 – $1M+</a:t>
            </a:r>
            <a:r>
              <a:rPr lang="ru-RU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предприниматели / инвесторы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долгосрочное мышление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готовность держать 3–5+ лет</a:t>
            </a:r>
          </a:p>
          <a:p>
            <a:r>
              <a:rPr lang="ru-RU" sz="1400" b="1" dirty="0"/>
              <a:t>Что входит: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управление портфелем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отбор инвестиционных идей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err="1"/>
              <a:t>аллокация</a:t>
            </a:r>
            <a:r>
              <a:rPr lang="ru-RU" sz="1400" dirty="0"/>
              <a:t> капитала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регулярные апдейты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доступ к моему инвестиционному мышлению</a:t>
            </a:r>
          </a:p>
          <a:p>
            <a:r>
              <a:rPr lang="ru-RU" sz="1400" b="1" dirty="0"/>
              <a:t>Модель вознаграждения:</a:t>
            </a:r>
            <a:r>
              <a:rPr lang="ru-RU" sz="1400" dirty="0"/>
              <a:t> Только от результата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/>
              <a:t>0% </a:t>
            </a:r>
            <a:r>
              <a:rPr lang="ru-RU" sz="1400" b="1" dirty="0" err="1"/>
              <a:t>management</a:t>
            </a:r>
            <a:r>
              <a:rPr lang="ru-RU" sz="1400" b="1" dirty="0"/>
              <a:t> </a:t>
            </a:r>
            <a:r>
              <a:rPr lang="ru-RU" sz="1400" b="1" dirty="0" err="1"/>
              <a:t>fee</a:t>
            </a:r>
            <a:endParaRPr lang="ru-RU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/>
              <a:t>20% </a:t>
            </a:r>
            <a:r>
              <a:rPr lang="ru-RU" sz="1400" b="1" dirty="0" err="1"/>
              <a:t>performance</a:t>
            </a:r>
            <a:r>
              <a:rPr lang="ru-RU" sz="1400" b="1" dirty="0"/>
              <a:t> </a:t>
            </a:r>
            <a:r>
              <a:rPr lang="ru-RU" sz="1400" b="1" dirty="0" err="1"/>
              <a:t>fee</a:t>
            </a:r>
            <a:r>
              <a:rPr lang="ru-RU" sz="1400" b="1" dirty="0"/>
              <a:t> от прибыли</a:t>
            </a:r>
            <a:endParaRPr lang="ru-RU" sz="1400" dirty="0"/>
          </a:p>
          <a:p>
            <a:r>
              <a:rPr lang="ru-RU" sz="1400" b="1" dirty="0"/>
              <a:t>Ограничение: </a:t>
            </a:r>
            <a:r>
              <a:rPr lang="ru-RU" sz="1400" dirty="0"/>
              <a:t>ограниченное количество партнёров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вход только через отбор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/>
              <a:t>не для всех</a:t>
            </a:r>
          </a:p>
          <a:p>
            <a:r>
              <a:rPr lang="ru-RU" sz="1400" b="1" dirty="0"/>
              <a:t>Формат</a:t>
            </a:r>
            <a:r>
              <a:rPr lang="ru-RU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private access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индивидуальные условия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Конфиденциальность</a:t>
            </a:r>
          </a:p>
          <a:p>
            <a:r>
              <a:rPr lang="en-US" sz="1400" b="1" dirty="0"/>
              <a:t>CTA: Apply for Partnership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212441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6643DE-8D32-4090-99D4-28193F864254}"/>
              </a:ext>
            </a:extLst>
          </p:cNvPr>
          <p:cNvSpPr txBox="1"/>
          <p:nvPr/>
        </p:nvSpPr>
        <p:spPr>
          <a:xfrm>
            <a:off x="528735" y="35098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6. БЛОК: ЧЕМ ТЫ ОТЛИЧАЕШЬСЯ</a:t>
            </a:r>
          </a:p>
          <a:p>
            <a:r>
              <a:rPr lang="ru-RU" b="1" dirty="0"/>
              <a:t>Заголовок:</a:t>
            </a:r>
          </a:p>
          <a:p>
            <a:r>
              <a:rPr lang="ru-RU" b="1" dirty="0"/>
              <a:t>Почему </a:t>
            </a:r>
            <a:r>
              <a:rPr lang="ru-RU" b="1" dirty="0" err="1"/>
              <a:t>Endura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</a:t>
            </a:r>
            <a:r>
              <a:rPr lang="ru-RU" dirty="0" err="1"/>
              <a:t>инфобизнес</a:t>
            </a:r>
            <a:r>
              <a:rPr lang="ru-RU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сигналы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трейдинг </a:t>
            </a:r>
          </a:p>
          <a:p>
            <a:r>
              <a:rPr lang="ru-RU" dirty="0"/>
              <a:t>Только: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анализ бизнеса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долгосрочные стратегии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дисциплина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D35F0-8B6F-4835-BF80-9BDD86A48BA4}"/>
              </a:ext>
            </a:extLst>
          </p:cNvPr>
          <p:cNvSpPr txBox="1"/>
          <p:nvPr/>
        </p:nvSpPr>
        <p:spPr>
          <a:xfrm>
            <a:off x="4739951" y="40074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ДИСКЛЕЙМЕР</a:t>
            </a:r>
          </a:p>
          <a:p>
            <a:r>
              <a:rPr lang="ru-RU" dirty="0"/>
              <a:t>(обязательно)</a:t>
            </a:r>
          </a:p>
          <a:p>
            <a:r>
              <a:rPr lang="ru-RU" dirty="0"/>
              <a:t>Инвестиции связаны с риском.</a:t>
            </a:r>
            <a:br>
              <a:rPr lang="ru-RU" dirty="0"/>
            </a:br>
            <a:r>
              <a:rPr lang="ru-RU" dirty="0"/>
              <a:t>Я не гарантирую доходность.</a:t>
            </a:r>
            <a:br>
              <a:rPr lang="ru-RU" dirty="0"/>
            </a:br>
            <a:r>
              <a:rPr lang="ru-RU" dirty="0"/>
              <a:t>Цель — построить систему, а не “быстрые деньги”.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0FD48-3E69-4044-AD71-AC3AC68B094B}"/>
              </a:ext>
            </a:extLst>
          </p:cNvPr>
          <p:cNvSpPr txBox="1"/>
          <p:nvPr/>
        </p:nvSpPr>
        <p:spPr>
          <a:xfrm>
            <a:off x="4739951" y="211961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ФИНАЛЬНЫЙ CTA</a:t>
            </a:r>
          </a:p>
          <a:p>
            <a:r>
              <a:rPr lang="en-US" b="1" dirty="0" err="1"/>
              <a:t>Заголовок</a:t>
            </a:r>
            <a:r>
              <a:rPr lang="en-US" b="1" dirty="0"/>
              <a:t>:</a:t>
            </a:r>
          </a:p>
          <a:p>
            <a:r>
              <a:rPr lang="en-US" b="1" dirty="0"/>
              <a:t>Start Building Your Capital the Right Way</a:t>
            </a:r>
            <a:endParaRPr lang="en-US" dirty="0"/>
          </a:p>
          <a:p>
            <a:r>
              <a:rPr lang="en-US" dirty="0"/>
              <a:t>👉 Book your consultation</a:t>
            </a:r>
            <a:br>
              <a:rPr lang="en-US" dirty="0"/>
            </a:br>
            <a:r>
              <a:rPr lang="en-US" dirty="0"/>
              <a:t>👉 Apply for mentorship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68FB1C-0DC6-4F2A-A275-5044815CA661}"/>
              </a:ext>
            </a:extLst>
          </p:cNvPr>
          <p:cNvSpPr txBox="1"/>
          <p:nvPr/>
        </p:nvSpPr>
        <p:spPr>
          <a:xfrm>
            <a:off x="454090" y="400604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КРИТИЧЕСКИЕ СОВЕТЫ (очень важно)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Сразу ставь оплату</a:t>
            </a:r>
            <a:r>
              <a:rPr lang="ru-RU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PayPal </a:t>
            </a:r>
            <a:r>
              <a:rPr lang="en-US" dirty="0"/>
              <a:t>(aitdaur@gmail.com)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без “напишите мне”</a:t>
            </a:r>
          </a:p>
        </p:txBody>
      </p:sp>
    </p:spTree>
    <p:extLst>
      <p:ext uri="{BB962C8B-B14F-4D97-AF65-F5344CB8AC3E}">
        <p14:creationId xmlns:p14="http://schemas.microsoft.com/office/powerpoint/2010/main" val="25515598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515</Words>
  <Application>Microsoft Office PowerPoint</Application>
  <PresentationFormat>Широкоэкранный</PresentationFormat>
  <Paragraphs>131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Айткенов Даурен</dc:creator>
  <cp:lastModifiedBy>Айткенов Даурен</cp:lastModifiedBy>
  <cp:revision>8</cp:revision>
  <dcterms:created xsi:type="dcterms:W3CDTF">2026-04-07T12:42:01Z</dcterms:created>
  <dcterms:modified xsi:type="dcterms:W3CDTF">2026-04-07T13:41:35Z</dcterms:modified>
</cp:coreProperties>
</file>